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052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NFT 경매 시스템 개발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9436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+ Geth + Truffle + Web3.js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926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E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프라이빗 이더리움 네트워크 기반 NFT 경매 DApp 구현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2026. 06. 11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시스템 구성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28600" cy="10972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43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Frontend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7190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Web3.js + MetaMask  |  Express 파일 서버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120640" y="1371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인터페이스 / 이미지 업로드 / 지갑 연결 / 트랜잭션 서명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65760" y="2377440"/>
            <a:ext cx="228600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Smart Contract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2999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NFT.sol + Auction.sol (Solidity 0.8.19)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2064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발행 / 경매 등록·입찰·낙찰·취소 / 환불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65760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5760" y="3657600"/>
            <a:ext cx="228600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Ethereum Network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Geth v1.10  |  Chain ID: 1004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20640" y="3931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Node1 (8545) 관리자   |   Node2 (8546) 판매자·구매자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개발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1005840" cy="11155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508760" y="1143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이더리움 네트워크 구축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675120" y="1143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go_ether/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08760" y="1581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설정 → 노드 초기화 → 계정 생성 → 마이닝 → 피어 연결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350008"/>
            <a:ext cx="84124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65760" y="2350008"/>
            <a:ext cx="1005840" cy="11155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65760" y="26243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508760" y="24414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스마트 컨트랙트 개발 및 배포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75120" y="2441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truffle/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2880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NFT.sol · Auction.sol 작성 → 컴파일 → Node1에 배포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648456"/>
            <a:ext cx="84124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5760" y="3648456"/>
            <a:ext cx="1005840" cy="11155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65760" y="392277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508760" y="37398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프론트엔드 개발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75120" y="373989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417880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서버 + Web3.js 연동 → MetaMask 연결 → 경매 UI 구현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1단계 – Geth 네트워크 구성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011680" cy="640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 ID : 1004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41148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411480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Node 1  (포트 8545)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423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계정 전용  ·  컨트랙트 배포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계정 주소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2461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0xd30d5a2ac6993c714d2a6c59b4be763dbab4dd2a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1148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663440" y="1828800"/>
            <a:ext cx="411480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1874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Node 2  (포트 8546)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00600" y="2423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판매자 · 구매자 계정  ·  프론트엔드 연결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계정 주소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0600" y="32461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판매자: 0xe6812126e42b788ac514c11a608e8aea5a8aaba5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구매자: 0x772fec64fc02614922c9dcfbaf7b0e5eed293e48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Peer 연결 →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2단계 – 스마트 컨트랙트 설계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206240" cy="2706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20624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0332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NFT.sol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834640" y="10789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ERC-721 기반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mint(to, uri)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9842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발행 → Token ID 반환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350008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85800" y="23774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approve(to, tokenId)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26426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경매 컨트랙트에 사용 권한 부여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08376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85800" y="30358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transferFrom(from, to, tokenId)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3009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소유권 이전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54880" y="1005840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206240" cy="548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892040" y="10332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Auction.sol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223760" y="10789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경매 로직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1691640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074920" y="1719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createAuction(tokenId, price, dur)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19842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경매 등록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37760" y="2350008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074920" y="23774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bid(auctionId)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74920" y="26426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  (ETH payable)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37760" y="3008376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074920" y="30358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endAuction(auctionId)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74920" y="33009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낙찰 처리 (NFT → 구매자, ETH → 판매자)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937760" y="3666744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5074920" y="36941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cancelAuction(auctionId)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74920" y="39593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판매자 전용 강제 취소 + 즉시 환불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937760" y="4325112"/>
            <a:ext cx="3840480" cy="566928"/>
          </a:xfrm>
          <a:prstGeom prst="rect">
            <a:avLst/>
          </a:prstGeom>
          <a:solidFill>
            <a:srgbClr val="EAF4FB"/>
          </a:solidFill>
          <a:ln w="12700">
            <a:solidFill>
              <a:srgbClr val="D0E8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074920" y="43525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withdraw(auctionId)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74920" y="461772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환불  (낙찰 실패 입찰자)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2단계 – Truffle 배포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배포 순서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651760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444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NFT.sol 컴파일 및 배포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017520" y="1764792"/>
            <a:ext cx="2286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51760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337560" y="1444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NFT 주소를 인자로 Auction.sol 배포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97880" y="1764792"/>
            <a:ext cx="2286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126480" y="1417320"/>
            <a:ext cx="2651760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217920" y="1444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배포 결과 ABI + 주소 → Frontend 적용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최종 배포 결과 (재배포 포함)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278892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65760" y="2788920"/>
            <a:ext cx="182880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" y="28254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NFT 컨트랙트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1729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0xe040Ef325C3d21Cf23d2c1Ed90119343558e9b80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0" y="2825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1,106,915 gas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70332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65760" y="3703320"/>
            <a:ext cx="182880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3739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Auction 컨트랙트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0873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0xDdCcBa448952Ff6D395746E971481a0b4bc546C8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37398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1,578,524 gas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배포 비용: 0.002685439 ETH  |  배포 계정: Node1 관리자  |  cancelAuction 추가로 인해 재배포 수행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3단계 – 프론트엔드 구성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2024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Web3.js 1.10.0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468880" y="1005840"/>
            <a:ext cx="192024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468880" y="1005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MetaMask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0" y="1005840"/>
            <a:ext cx="192024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0" y="1005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Express.js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1005840"/>
            <a:ext cx="192024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675120" y="1005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Multer (파일 업로드)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55448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65760" y="1554480"/>
            <a:ext cx="54864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65760" y="2011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16642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지갑 연결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08483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MetaMask 연결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Node2 네트워크 자동 전환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0" y="155448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200400" y="1554480"/>
            <a:ext cx="54864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00400" y="2011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40480" y="16642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NFT 발행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208483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업로드 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mint(to, uri) 호출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35040" y="155448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035040" y="1554480"/>
            <a:ext cx="54864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035040" y="2011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75120" y="16642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경매 등록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75120" y="208483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createAuction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순서 중요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15468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365760" y="3154680"/>
            <a:ext cx="548640" cy="1417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36576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④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05840" y="32644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입찰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05840" y="368503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bid(auctionId)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구매자 ETH 전송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0" y="315468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3200400" y="3154680"/>
            <a:ext cx="548640" cy="1417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320040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⑤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840480" y="32644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종료/취소/환불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840480" y="368503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endAuction · cancelAuction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035040" y="3154680"/>
            <a:ext cx="265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035040" y="3154680"/>
            <a:ext cx="548640" cy="1417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035040" y="3611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⑥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675120" y="32644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경매 정보 조회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675120" y="368503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 이미지 포함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읽기 전용 조회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경매 진행 흐름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▶ 정상 낙찰 흐름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0116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NFT 발행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업로드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mint() 호출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0" y="2011680"/>
            <a:ext cx="1828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468880" y="132588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468880" y="1325880"/>
            <a:ext cx="20116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0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경매 등록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1783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createAuction()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80560" y="2011680"/>
            <a:ext cx="1828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663440" y="1325880"/>
            <a:ext cx="201168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754880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입찰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0" y="1783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ETH 전송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2011680"/>
            <a:ext cx="1828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858000" y="132588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858000" y="1325880"/>
            <a:ext cx="201168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949440" y="1353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경매 종료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49440" y="1783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endAuction()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NFT·ETH 자동 이전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B3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▶ 판매자 취소 흐름 (신규)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320040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74320" y="3200400"/>
            <a:ext cx="20116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65760" y="32278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NFT 발행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mint() 호출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286000" y="3886200"/>
            <a:ext cx="182880" cy="0"/>
          </a:xfrm>
          <a:prstGeom prst="line">
            <a:avLst/>
          </a:pr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468880" y="320040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2468880" y="3200400"/>
            <a:ext cx="20116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2560320" y="32278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경매 등록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createAuction()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480560" y="3886200"/>
            <a:ext cx="182880" cy="0"/>
          </a:xfrm>
          <a:prstGeom prst="line">
            <a:avLst/>
          </a:pr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663440" y="320040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663440" y="3200400"/>
            <a:ext cx="201168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754880" y="32278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입찰 (선택)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75488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구매자 bid()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75120" y="3886200"/>
            <a:ext cx="182880" cy="0"/>
          </a:xfrm>
          <a:prstGeom prst="line">
            <a:avLst/>
          </a:pr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858000" y="320040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6858000" y="3200400"/>
            <a:ext cx="2011680" cy="384048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6949440" y="32278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경매 취소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94944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cancelAuction()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입찰자 즉시 환불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트러블슈팅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987552"/>
            <a:ext cx="8595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987552"/>
            <a:ext cx="365760" cy="5760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274320" y="11064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truffle 명령어 인식 불가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" y="13167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nvm 버전 미활성화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0" y="10789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해결: nvm use 18.17.1 &amp;&amp; hash -r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673352"/>
            <a:ext cx="8595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1673352"/>
            <a:ext cx="365760" cy="5760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74320" y="17922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" y="1709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Block gas limit 초과 배포 실패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" y="20025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gas(6721975) &gt; 블록 한도(4013330)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7647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해결: truffle-config.js  gas: 3900000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359152"/>
            <a:ext cx="8595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2359152"/>
            <a:ext cx="365760" cy="5760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74320" y="24780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9808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EIP-1559 트랜잭션 오류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" y="26883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Geth 1.10 EIP-1559 미지원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2450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해결: send()에 gasPrice: "1000000000" 추가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3044952"/>
            <a:ext cx="8595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74320" y="3044952"/>
            <a:ext cx="365760" cy="5760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27432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" y="3081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MetaMask 잘못된 네트워크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9808" y="3374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Ethereum 메인넷으로 전송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931920" y="31363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해결: wallet_switchEthereumChain으로 자동 전환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730752"/>
            <a:ext cx="8595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74320" y="3730752"/>
            <a:ext cx="365760" cy="5760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274320" y="38496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49808" y="3767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Node1·Node2 잦은 연결 끊김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9808" y="40599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Unclean shutdown → 체인 포크 발생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0" y="38221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해결: Node2 chaindata 초기화 + static-nodes.json 설정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416552"/>
            <a:ext cx="8595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274320" y="4416552"/>
            <a:ext cx="365760" cy="5760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274320" y="45354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9808" y="4453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경매 종료·입찰 EVM Revert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49808" y="47457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경매 시간 미경과 또는 이미 만료됨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31920" y="45079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해결: 경매 시간 300초 이상 설정 / 시간 확인 후 호출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결론 및 개선 방향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구현 완료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프라이빗 이더리움 네트워크 (2노드 피어 연결)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ERC-721 기반 NFT 컨트랙트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2768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경매 컨트랙트 (입찰 / 낙찰 / 판매자 취소 / 환불)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609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이미지 업로드 + Web3.js 프론트엔드 + MetaMask 연동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0D8E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향후 개선 방향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46320" y="15087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IPFS 연동으로 영구적인 이미지 저장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8928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다수 입찰자 동시 처리 및 이벤트 실시간 반영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276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경매 목록 / NFT 갤러리 UI 고도화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6609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테스트넷(Sepolia) 배포로 확장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773</Words>
  <Application>Microsoft Macintosh PowerPoint</Application>
  <PresentationFormat>화면 슬라이드 쇼(16:9)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NFT 경매 시스템 개발</dc:title>
  <dc:subject>PptxGenJS Presentation</dc:subject>
  <dc:creator>PptxGenJS</dc:creator>
  <cp:lastModifiedBy>기범 권</cp:lastModifiedBy>
  <cp:revision>2</cp:revision>
  <dcterms:created xsi:type="dcterms:W3CDTF">2026-06-11T00:34:55Z</dcterms:created>
  <dcterms:modified xsi:type="dcterms:W3CDTF">2026-06-11T00:36:12Z</dcterms:modified>
</cp:coreProperties>
</file>